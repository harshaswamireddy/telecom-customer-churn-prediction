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Churn Analysis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Telecom Industry Insights &amp; Strategies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 &amp; Methodology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Predict churn and derive actionable retention strategies.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Aggregation: Used SQL to aggregate key metrics (duration, complaints, recharges).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Modeling: Built a Random Forest binary classifier.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Explainability: Used ELI5 to uncover key drivers of churn.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 (SQL Aggregation)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Data Findings: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Prepaid vs Postpaid: Prepaid users show higher volume but distinct recharge patterns.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Issues: Total complaints strongly correlate with reduced call durations.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Results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 Model Performance: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successfully identifies 'At Risk' customers with strong accuracy.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Drivers of Churn (via ELI5):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Number of Complaints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Customer Service Calls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Low Call Duration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Segments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categorized users into three actionable groups: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Risk: High probability of churning (&gt;60%). Needs immediate intervention.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Dormant: Extremely low call duration and data usage. Needs re-engagement.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Loyal: Consistent usage and low complaints. Excellent candidates for upsells.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Recommendations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Proactive Retention: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'At Risk' customers with personalized discounts or bonus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Customer Service: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complaints drive churn, assign dedicated support to users with &gt;2 complaints.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Re-engage Dormant Users: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'We Miss You' campaigns with short-term, high-value prepaid offers.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